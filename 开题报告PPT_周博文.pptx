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看不见界面；纯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【19 秒】由此归纳出三个挑战：任务范式与能力度量失配，混合行为难以习得，通用能力难以落到真实世界，分别对应评测、训练、应用三项研究。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降低 3.4 倍，ST-Lite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【28 秒】受 2026 年初 OpenClaw 的启发，OSWorld 受控对照显示：不看像素的 CLI 智能体成功率 79.1%，与纯视觉相当，交互次数约一半。但反过来，CLI 看不见渲染结果，需要视觉的任务上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秒】于是我们提出 WeaveBench：只收录两类能力缺一不可的长程任务，用轨迹感知判官审计全过程。最强组合仅 41.2%；只看结果会虚高 10 到 20 个点；瓶颈在自主编排与自我验证。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秒】研究二训练这种行为。我们以应用复刻为场景：对错要运行后看界面，天然需要两类能力交织；原版应用就是 oracle，可自动生成隐藏测试来筛选轨迹。3.5 万条轨迹微调后，分布外基准最高提升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停留在记忆和人设。我们要回答：个人环境和职业知识能否构造成可验证的训练环境，训练后能否跨职业泛化。方法是仿真业务系统、用脱敏数据驱动环境、以数据库状态为验证器构造 SFT 与 RL 流水线；先做深财务、电商、法律两到三个职业。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秒】三个创新点：轨迹感知的可信评测，以复刻为 oracle 的可验证训练，以及验证器从结果表象推进到状态与机制。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秒】后续一年先保证最小交付：两到三个职业的可验证环境与训练；强化学习和物理仿真作为扩展。汇报完毕，请各位老师批评指正。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通用数字智能体可应用于软件开发、系统运维、内容创作以及金融、电商等行业业务流程。三段视频是真实的智能体轨迹。产业界已将三种能力整合到同一智能体中；大量存量软件没有可编程接口，必须依赖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两年从 12% 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研究三的第二个方向是物理世界智能体，本质是把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可靠修复。方法是物理落地的验证与因果修复：智能体构建物理世界，执行仿真并记录状态轨迹，由基于干预的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microsoft.com/office/2007/relationships/media" Target="../media/media2.mp4"/><Relationship Id="rId9" Type="http://schemas.openxmlformats.org/officeDocument/2006/relationships/video" Target="../media/media2.mp4"/><Relationship Id="rId10" Type="http://schemas.openxmlformats.org/officeDocument/2006/relationships/image" Target="../media/image18.jpg"/><Relationship Id="rId1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8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7.jpg"/><Relationship Id="rId5" Type="http://schemas.microsoft.com/office/2007/relationships/media" Target="../media/media1.mp4"/><Relationship Id="rId6" Type="http://schemas.openxmlformats.org/officeDocument/2006/relationships/video" Target="../media/media1.mp4"/><Relationship Id="rId7" Type="http://schemas.openxmlformats.org/officeDocument/2006/relationships/image" Target="../media/image14.jpg"/><Relationship Id="rId8" Type="http://schemas.microsoft.com/office/2007/relationships/media" Target="../media/media4.mp4"/><Relationship Id="rId9" Type="http://schemas.openxmlformats.org/officeDocument/2006/relationships/video" Target="../media/media4.mp4"/><Relationship Id="rId10" Type="http://schemas.openxmlformats.org/officeDocument/2006/relationships/image" Target="../media/image38.jpg"/><Relationship Id="rId11" Type="http://schemas.openxmlformats.org/officeDocument/2006/relationships/image" Target="../media/image39.png"/><Relationship Id="rId1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4.jp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17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microsoft.com/office/2007/relationships/media" Target="../media/media2.mp4"/><Relationship Id="rId10" Type="http://schemas.openxmlformats.org/officeDocument/2006/relationships/video" Target="../media/media2.mp4"/><Relationship Id="rId11" Type="http://schemas.openxmlformats.org/officeDocument/2006/relationships/image" Target="../media/image18.jpg"/><Relationship Id="rId1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CUA）的目标是在真实计算机环境中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自主完成长程数字工作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（命令行、代码）与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（图形界面）的协同感知与操作实现任务闭环。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5334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wb_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806" y="1733550"/>
            <a:ext cx="4416787" cy="3409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5276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混合轨迹示例：数据分析、游戏开发、网站运维中命令行与图形界面交替使用 [WeaveBench]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1700" y="1676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782300" y="1809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753725" y="1809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150" y="1809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命令行操作（Bash）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150" y="2114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以 Shell 命令读写文件、管理进程与服务，直接获取系统状态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150" y="2381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代表工作：Terminal-Bench · OpenClaw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1700" y="30099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10782300" y="31432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753725" y="31432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1432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代码构建（Coding）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150" y="34480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编写、构建、运行与测试程序，以执行结果作为反馈信号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150" y="37147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代表工作：SWE-bench · Claude Code · Codex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1700" y="4343400"/>
            <a:ext cx="5753100" cy="1181100"/>
          </a:xfrm>
          <a:prstGeom prst="roundRect">
            <a:avLst>
              <a:gd name="adj" fmla="val 967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782300" y="44767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53725" y="4476750"/>
            <a:ext cx="8572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4476750"/>
            <a:ext cx="4572000" cy="23142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图形界面操作（GUI）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4781550"/>
            <a:ext cx="5467350" cy="207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基于屏幕截图感知界面状态，以鼠标键盘操作任意软件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5048250"/>
            <a:ext cx="54673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代表工作：OSWorld · UI-TARS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95300" y="2247900"/>
            <a:ext cx="2628900" cy="152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2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动作精确高效，状态可直接读取；单元测试即可验证，强化学习已规模化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52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看不见渲染结果；仅覆盖具备命令行或 API 的软件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f_uitars2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219" y="2247900"/>
            <a:ext cx="2026061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99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 + 键鼠为通用接口，可操作任意软件；OSWorld 两年由 12% 升至 80%+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099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截图累积致开销高、步数多；通用压缩未利用 GUI 结构；缺天然 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f_guigenes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2522719"/>
            <a:ext cx="2628900" cy="97436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7450" y="396240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混合动作空间缩短轨迹；以参考应用为 oracle 构建可验证环境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67450" y="4819650"/>
            <a:ext cx="25527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第二能力多为辅助（+3–5 pp），仅依据结果判分；可验证环境局限于单一界面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p_opencla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67800" y="2621429"/>
            <a:ext cx="1238250" cy="776941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10420350" y="2209800"/>
            <a:ext cx="1314450" cy="160020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8" name="robot_overview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10458450" y="2247900"/>
            <a:ext cx="1238250" cy="15240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4950" y="396240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个人智能体具备记忆与跨应用执行；Coding Agent 已能生成物理仿真与机器人程序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24950" y="4819650"/>
            <a:ext cx="255270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</a:t>
            </a: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多在云端通用环境执行，职业特质不鲜明；仅在原始条件下检验表象，缺跨条件物理验证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g_integrit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45574"/>
            <a:ext cx="3505200" cy="19857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任务范式与能力度量失配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范式天然偏重；现有基准割裂评测 CLI 与 GUI，任务可在单一能力内完成；仅依据最终结果判分，通过率虚高 10–20 个百分点（4 个前沿模型）。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12_h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81881"/>
            <a:ext cx="3505200" cy="11131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625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缺少天然的可验证信号，混合训练环境与数据稀缺；仅依据结果的信号易被违规取巧（Reward Hacking）利用，自主编排与自我验证难以习得。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al_wor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450" y="1705502"/>
            <a:ext cx="3505200" cy="226589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测准、练好通用数字智能体，并使其能力在真实世界中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67922"/>
            <a:ext cx="6057900" cy="33126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 ｜ GUIPruner · ST-Lite → WeaveBench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结论：瓶颈在自主编排与自我验证 → 需要训练新的行为模式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verifier：复刻 oracle 隐藏测试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结论：可验证环境中习得的行为可迁移 → 推广到真实世界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通用数字智能体走向真实世界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研究一：面向混合能力范式的可信评测（已完成）—— 前期探索：纯 GUI 范式下的推理效率优化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668" y="1828800"/>
            <a:ext cx="4567662" cy="27051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（投稿 KDD 2027）：视觉 token 压缩 —— 时间自适应分辨率 + 结构感知剪枝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71650"/>
            <a:ext cx="55626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847" y="1828800"/>
            <a:ext cx="5163305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0775" y="4572000"/>
            <a:ext cx="5505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2026）：KV Cache 压缩 —— 轨迹门控 + 组件显著性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预算下与完整缓存持平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91600" y="5029200"/>
            <a:ext cx="27241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91600" y="5314950"/>
            <a:ext cx="2724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范式"每一步都处理整屏截图"的本质未变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偏重、纯 CLI 不可见，二者互补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正面：纯 GUI 偏重 —— OSWorld 受控对照 [WeaveBench 附录 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同一模型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52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每题交互次数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3100" y="2695575"/>
            <a:ext cx="438150" cy="5048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477375" y="25050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29850" y="2171700"/>
            <a:ext cx="438150" cy="1028700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144125" y="1981200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070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41070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5352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CLI：模型调用 ｜ GUI：操作回合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不可见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看不到渲染结果：SWE-bench Multimodal 最佳约 12%；模态对齐任务上 GUI 59.1% 高于 CLI 48.2% [GUI vs. CLI, 2026]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为主、运行于个人电脑的智能体迅速普及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：只收录二者缺一不可的任务，并审计全过程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智能体运行时为底座、加入最小桌面控制插件；只收录 CLI 与 GUI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缺一不可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0960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39891"/>
            <a:ext cx="5981700" cy="2378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 → 真实运行时 → 轨迹感知判官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2038350"/>
            <a:ext cx="50292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214" y="2095500"/>
            <a:ext cx="4889970" cy="1752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34175" y="3886200"/>
            <a:ext cx="4972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6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56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最强组合成功率（OSWorld &gt;78%）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300" y="43434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35.1 vs ≤3.5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46482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同一设置下混合 vs 仅 GUI / 仅 CLI（%）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56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过程审计修正的结果判分虚高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4953000"/>
            <a:ext cx="2533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300" y="5257800"/>
            <a:ext cx="2533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违规取巧与长程失控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结论：瓶颈不在视觉感知，而在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→ 研究二训练该行为模式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为训练场景：对错需运行后视觉核验；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，自动合成隐藏行为测试作为可验证的筛选信号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667500" cy="163830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515" y="2095500"/>
            <a:ext cx="5008868" cy="12001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33337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52850"/>
            <a:ext cx="6667500" cy="180975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rw_fig5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178" y="3810000"/>
            <a:ext cx="4347542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5775" y="521970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个分布外（OOD）基准：两种初始化均超过各自首个评估检查点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7100" y="20383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10450" y="20383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任务构造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GitHub 开源 GUI 应用 · 5 平台 · 与评测集去重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77100" y="24574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410450" y="24574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Qwen3.8-Max 并发执行"探索—实现—运行—核验"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77100" y="28765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10450" y="28765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行为 verifier 拒绝采样，共 3.5 万条轨迹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7100" y="3295650"/>
            <a:ext cx="4457700" cy="361950"/>
          </a:xfrm>
          <a:prstGeom prst="roundRect">
            <a:avLst>
              <a:gd name="adj" fmla="val 3157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410450" y="3295650"/>
            <a:ext cx="4305300" cy="3619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SFT Qwen3.7-Plus 与 CPT 后的 Qwen-Flash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710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· 5 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4050" y="384810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58.1% / 2.8%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4050" y="413385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最强模型均分 / 全通过比例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710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分布外基准提升（pp）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4050" y="4705350"/>
            <a:ext cx="224790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4050" y="4991100"/>
            <a:ext cx="224790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研究三（一）：职业化个人智能体（Professional Personal Agent）——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dots、Muse、Manus 等产品的"个人化"停留在记忆与人设，多在云端通用环境执行；缺少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个人电脑环境、职业业务知识与专业软件技能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71650"/>
            <a:ext cx="60960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_overview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813" y="1828800"/>
            <a:ext cx="5086773" cy="2590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① 个人环境与职业知识能否构造为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可扩展、可验证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的训练环境？　② 在其上训练能否提升职业任务表现并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跨职业泛化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7716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8478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0955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571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647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956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 / 合成业务数据驱动状态与事件，支持跨应用长程任务；不接触真实用户账户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371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448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695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状态优先 verifier（数据库状态校验）→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171950"/>
            <a:ext cx="5029200" cy="1371600"/>
          </a:xfrm>
          <a:prstGeom prst="roundRect">
            <a:avLst>
              <a:gd name="adj" fmla="val 8333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2481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核心 2–3 个职业（财务、电商运营、法律）做深，其余用于泛化检验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跨职业泛化 · 仿真—真实差距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 —— 交付物为物理仿真程序的代码智能体验证（拓展方向）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方法：物理落地的验证与因果修复（Physics-Grounded Verification + Causal Repair）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核心消融：One-shot / 执行反馈 / 视觉反馈 / 物理状态反馈 / Ours；指标：反事实通过率 · 修复成功率 · 回归率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（同蜕变测试思想）；限定刚体场景，进度受限时降级为小规模基准 + 诊断分析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96" y="1504950"/>
            <a:ext cx="1516206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5623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4375" y="35718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576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049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576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52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weaveb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1060" y="1504950"/>
            <a:ext cx="1387378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5623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38900" y="35623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576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5550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287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049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5623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5718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576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4030860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005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5720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5720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89585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研究一、二的评测环境与训练数据已应用于模型优化，参与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研发，深入接触前沿基础模型在计算机操作与长程智能体任务中的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关键痛点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；本课题的研究问题源于一线训练与评测需求，所构建的评测、环境与数据可直接服务于基础模型后训练。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预期创新点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pic>
        <p:nvPicPr>
          <p:cNvPr id="8" name="Picture 7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02505"/>
            <a:ext cx="3390900" cy="1348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65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以"能力缺一不可"为选题标准构建长程任务，以轨迹感知审计替代仅依据结果的判分，揭示自主编排与自我验证瓶颈。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625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5770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以复刻为 oracle 的可扩展可验证训练</a:t>
            </a:r>
          </a:p>
        </p:txBody>
      </p:sp>
      <p:pic>
        <p:nvPicPr>
          <p:cNvPr id="13" name="Picture 12" descr="rw_fig2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550" y="2870361"/>
            <a:ext cx="3390900" cy="8124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57700" y="4343400"/>
            <a:ext cx="33147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大多数开源 GUI 应用可经人工审核转化为"环境 + 隐藏行为测试"，为混合行为提供可验证的筛选信号；习得行为可迁移至分布外任务。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300" y="1428750"/>
            <a:ext cx="3619500" cy="4095750"/>
          </a:xfrm>
          <a:prstGeom prst="roundRect">
            <a:avLst>
              <a:gd name="adj" fmla="val 3157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86750" y="1524000"/>
            <a:ext cx="819150" cy="35614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750" y="1962150"/>
            <a:ext cx="33337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pic>
        <p:nvPicPr>
          <p:cNvPr id="18" name="Picture 17" descr="phys_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328428"/>
            <a:ext cx="3390900" cy="1896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86750" y="4343400"/>
            <a:ext cx="3314700" cy="424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verifier 从"结果表象"推进到"状态与机制"：职业环境以数据库状态校验，物理仿真以反事实干预检验。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933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核心职业：财务、电商运营、法律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Mock：基于复刻能力仿真业务系统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 → 可验证奖励 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验证与因果修复；核心消融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最小交付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个职业的可验证个人电脑环境 + SFT 训练与评测，验证跨职业泛化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扩展交付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RL；刚体物理仿真的反事实干预基准与因果修复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关键结论在开源模型上复现，开源基准、环境与代码；完成学位论文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小规模真实软件对照；物理方向受限 → 降级为基准 + 诊断分析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以截图与键鼠为通用接口，可操作任意软件并观测交互反馈；OSWorld 成功率两年内由 12% 升至 80% 以上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CLI 步数约减半、成功率相当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结论：可验证环境中习得的混合行为模式可迁移至分布外任务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研究三推广到真实世界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多职业个人电脑环境：会计 · 律师 · 设计师 · 电商运营 · 医生 · 芯片工程师（示意图）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ERP、合同审阅、电商后台、病历系统等业务软件构建为可交互、可重置的仿真应用，并组装为个人电脑环境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真实数据驱动的环境模拟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以脱敏真实业务数据驱动状态与事件演化；事件依附业务动作，支持需求变更与跨应用协作的长程任务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研究三（二）：物理世界智能体（Physical Agent，初步构想）——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研究三（二·续）：物理落地的验证与因果修复（Physics-Grounded Verification + Causal Repair）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因果修复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31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