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【10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秒】首先是研究背景。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秒】通用数字智能体的目标，是在真实计算机环境中自主完成长程数字工作。它有两类能力：以命令行和代码为代表的 CLI 能力，精确、可验证；以截图和键鼠为代表的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秒】它可以服务软件开发、运维、设计以及金融、电商等行业流程，前沿系统也正把这些能力整合进同一个智能体。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秒】接下来是研究现状。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秒】现有研究可以分为四条路线。纯 CLI 方法高效、可验证，但看不到界面；纯 GUI 方法通用，但开销高、缺少验证信号；混合方法刚出现，评测仍只看结果；走向真实世界的个人智能体和物理世界生成，缺少职业环境和物理验证。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【23 秒】由此归纳出三个挑战：任务范式与能力度量失配，混合行为模式难以习得，通用能力难以落到真实世界。核心问题是：如何可扩展地测准、练好通用数字智能体，并让它在真实世界中可信落地。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秒】下面介绍研究内容。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秒】对应地，本课题分为评测、训练、应用三项研究，前一项的结论构成后一项的动机。贯穿主线是可扩展：任务、环境和验证器都能自动构造。研究一、二已经完成，研究三是后续主体。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秒】研究一是评测。我最初在纯 GUI 范式下做推理效率优化：GUIPruner 压缩视觉 token，FLOPs 降低 3.4 倍；ST-Lite 压缩 KV 缓存，20% 的预算就能持平完整缓存。但压缩没有改变每一步都要处理整屏截图的本质。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【29 秒】受 2026 年初 OpenClaw 的启发，我们在 OSWorld 上做了受控对照：同一模型、同一判官，不看像素的 CLI 智能体成功率 79.1%，纯视觉 77.3%，步数却只有一半。这说明纯 GUI 范式并非天然合理，合理的是以 CLI 为主干、用 GUI 观察和核验的混合范式。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【31 秒】据此我们提出 WeaveBench：在真实运行时上，只收录 CLI 与 GUI 缺一不可的长程任务，并用轨迹感知判官审计全过程。最强组合仅 41.2%，单一能力不超过 3.5%；只看结果会虚高约 20 个百分点；65.6% 的失败来自违规取巧和长程失控。瓶颈在自主编排与自我验证。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 秒】研究二回答怎样训练这种行为。我们以应用复刻为场景：规格在界面里、交付是代码、对错要运行后看界面，天然要求两类能力交织；原版应用就是 oracle，可自动生成隐藏测试作为奖励。用 3.5 万条筛选轨迹微调后，5 个分布外基准最高提升 17.9 个点，在 WeaveBench 上从 35.7 升到 48.2，评测与训练形成闭环。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【27 秒】研究三把框架推广到真实世界。第一是职业化个人智能体：现有产品的个人化停留在记忆和人设，多在云端执行。真正的个人智能体应在用户自己的电脑中工作，具备职业知识和专业软件能力。我们将仿真业务系统、用真实数据驱动环境，构造 SFT 与 RL 任务流水线。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第二是物理世界智能体，目前是初步构想。代码智能体生成的世界表象正确，不代表机制正确：拉大骨牌间距后，关键帧动画仍然全部倒下。我们用反事实干预作为可扩展的验证器，结合状态诊断和回归测试做因果修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秒】最后是进度安排。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【19 秒】目前研究一、二已经完成，形成 EMNLP 2026 论文两篇、KDD 2027 在投一篇和 RecreationWorld 技术报告；在 Qwen 团队实习期间，相关环境与数据已用于模型优化。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【13 秒】三个创新点分别是：轨迹感知的可信评测，以复刻为 oracle 的可验证训练，以及面向真实世界的环境扩展与物理落地验证。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秒】后续一年依次完成职业化环境构建、真实数据与任务流水线、物理世界智能体，2027 年 10 月起整合撰写。汇报完毕，请各位老师批评指正。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两年从 12% 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可靠修复。方法是物理落地的验证与因果修复：智能体构建物理世界，执行仿真并记录状态轨迹，由基于干预的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5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6.jpg"/><Relationship Id="rId11" Type="http://schemas.openxmlformats.org/officeDocument/2006/relationships/image" Target="../media/image17.png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5.jp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microsoft.com/office/2007/relationships/media" Target="../media/media4.mp4"/><Relationship Id="rId9" Type="http://schemas.openxmlformats.org/officeDocument/2006/relationships/video" Target="../media/media4.mp4"/><Relationship Id="rId10" Type="http://schemas.openxmlformats.org/officeDocument/2006/relationships/image" Target="../media/image21.jpg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5.jp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20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21.jpg"/><Relationship Id="rId1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Agent）的目标是在真实计算机环境中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自主完成长程数字工作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（命令行、代码）与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（图形界面）的协同感知与操作实现任务闭环。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5334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wb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06" y="1733550"/>
            <a:ext cx="4416787" cy="3409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5276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混合轨迹示例：数据分析、游戏开发、网站运维中命令行与图形界面交替使用 [WeaveBench]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6764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782300" y="18097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753725" y="18097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150" y="18097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命令行操作（Bash）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3150" y="21145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以 Shell 命令读写文件、管理进程与服务，直接获取系统状态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150" y="23812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代表工作：Terminal-Bench · OpenClaw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1700" y="30099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10782300" y="31432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753725" y="31432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1432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代码构建（Coding）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150" y="34480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编写、构建、运行与测试程序，以执行结果作为反馈信号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150" y="37147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代表工作：SWE-bench · Claude Code · Codex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1700" y="43434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0782300" y="44767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53725" y="44767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44767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图形界面操作（GUI）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47815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基于屏幕截图感知界面状态，以鼠标键盘操作任意软件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50482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代表工作：OSWorld · UI-TARS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三种场景能力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：真实任务要求智能体在同一轨迹中依需求选择并切换能力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于软件开发、系统运维、内容创作及金融、电商、芯片开发等绝大部分行业业务流程，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产业趋势：三种能力正在整合于同一智能体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通用数字智能体方法：四类研究路线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95300" y="2247900"/>
            <a:ext cx="2628900" cy="152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2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动作精确高效，状态可直接读取；单元测试即可验证，强化学习已规模化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52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看不见渲染结果；仅覆盖具备命令行或 API 的软件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ef_uitars2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4219" y="2247900"/>
            <a:ext cx="2026061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99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 + 键鼠为通用接口，可操作任意软件；OSWorld 两年由 12% 升至 80%+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099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截图累积致开销高、步数多；通用压缩未利用 GUI 结构；缺天然 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ef_guigenes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2522719"/>
            <a:ext cx="2628900" cy="9743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7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混合动作空间缩短轨迹；以参考应用为 oracle 构建可验证环境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67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第二能力多为辅助（+3–5 pp），仅依据结果判分；可验证环境局限于单一界面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1314450" cy="160020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p_opencla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7800" y="2621429"/>
            <a:ext cx="1238250" cy="776941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10420350" y="2209800"/>
            <a:ext cx="1314450" cy="160020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robot_overview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0458450" y="2247900"/>
            <a:ext cx="1238250" cy="152400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24950" y="396240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个人智能体具备记忆与跨应用执行；Coding Agent 已能生成物理仿真与机器人程序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124950" y="481965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多在云端通用环境执行，职业特质不鲜明；仅在原始条件下检验表象，缺跨条件物理验证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通用数字智能体的评测与训练仍然是一个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极具挑战性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的课题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g_integrit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45574"/>
            <a:ext cx="3505200" cy="1985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任务范式与能力度量失配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范式天然偏重；现有基准割裂评测 CLI 与 GUI，任务可在单一能力内完成；仅依据最终结果判分，通过率虚高 10–20 个百分点。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12_h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81881"/>
            <a:ext cx="3505200" cy="11131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625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 缺少天然的可验证奖励，混合训练环境与数据稀缺；仅依据结果的奖励易被违规取巧（Reward Hacking）利用，自主编排与自我验证难以习得。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eal_wor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450" y="1705502"/>
            <a:ext cx="3505200" cy="22658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测准、练好通用数字智能体，并使其能力在真实世界中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67922"/>
            <a:ext cx="6057900" cy="33126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GUIPruner · ST-Lite → WeaveBench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结论：瓶颈在自主编排与自我验证 → 需要训练新的行为模式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结论：可验证环境中习得的行为可迁移 → 推广到真实世界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通用数字智能体走向真实世界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职业化个人智能体 · 物理世界智能体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可扩展（Scalable）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：任务、环境与 verifier 均可自动、批量构造，不依赖人工逐题设计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研究一：面向混合能力范式的可信评测（已完成）—— 前期探索：纯 GUI 范式下的推理效率优化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668" y="1828800"/>
            <a:ext cx="4567662" cy="27051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（投稿 KDD 2027）：视觉 token 压缩 —— 时间自适应分辨率 + 结构感知剪枝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847" y="1828800"/>
            <a:ext cx="5163305" cy="2705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0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2026）：KV Cache 压缩 —— 轨迹门控 + 组件显著性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FLOPs 降低，性能保持 &gt;94%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视觉编码加速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预算下与完整缓存持平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1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2.35×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5 倍压缩下解码加速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范式"每一步都处理整屏截图"的本质未变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范式并非天然合理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8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三种范式对比：纯 GUI 逐步截图；CLI 优先、不观察像素；混合范式以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1428750"/>
            <a:ext cx="4457700" cy="249555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48525" y="1524000"/>
            <a:ext cx="45148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受控对照：OSWorld · 同一模型 · 同一判官 [WeaveBench 附录 E]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5750" y="2114550"/>
            <a:ext cx="419100" cy="1428750"/>
          </a:xfrm>
          <a:prstGeom prst="roundRect">
            <a:avLst>
              <a:gd name="adj" fmla="val 909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82000" y="2143125"/>
            <a:ext cx="419100" cy="1400175"/>
          </a:xfrm>
          <a:prstGeom prst="roundRect">
            <a:avLst>
              <a:gd name="adj" fmla="val 909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39075" y="19240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5325" y="1952625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1750" y="2876550"/>
            <a:ext cx="419100" cy="666750"/>
          </a:xfrm>
          <a:prstGeom prst="roundRect">
            <a:avLst>
              <a:gd name="adj" fmla="val 909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668000" y="2190750"/>
            <a:ext cx="419100" cy="1352550"/>
          </a:xfrm>
          <a:prstGeom prst="roundRect">
            <a:avLst>
              <a:gd name="adj" fmla="val 909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125075" y="26860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1325" y="2000250"/>
            <a:ext cx="552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0" y="3543300"/>
            <a:ext cx="37719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20000" y="3543300"/>
            <a:ext cx="37719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0975" y="3600450"/>
            <a:ext cx="11049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6975" y="3600450"/>
            <a:ext cx="11049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8525" y="4000500"/>
            <a:ext cx="45148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37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77100" y="4305300"/>
            <a:ext cx="4457700" cy="1238250"/>
          </a:xfrm>
          <a:prstGeom prst="roundRect">
            <a:avLst>
              <a:gd name="adj" fmla="val 923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29500" y="438150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为主、运行在用户个人电脑上的开源智能体迅速普及。我们以标准 OpenClaw CLI 智能体重跑 OSWorld：成功率相当，步数约减半 —— 大量任务无需逐帧观察屏幕。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结论：关键不在压缩，而在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 → 定义 CLI 与 GUI 交织的综合数字智能体范式并可信评测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综合数字智能体范式与轨迹感知的可信评测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智能体运行时为底座、加入最小桌面控制插件；只收录 CLI 与 GUI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缺一不可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0960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39891"/>
            <a:ext cx="5981700" cy="2378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 → 真实运行时 → 轨迹感知判官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2038350"/>
            <a:ext cx="50292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ig_failure_mechanis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14" y="2095500"/>
            <a:ext cx="4889970" cy="1752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34175" y="3886200"/>
            <a:ext cx="4972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1,735 个失败的归因分析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最强组合成功率（OSWorld &gt;78%）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3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≤3.5%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 或仅 CLI；混合增益 +31.6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−20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6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过程审计修正结果判分虚高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65.6%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3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违规取巧与长程失控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结论：瓶颈不在视觉感知，而在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→ 研究二训练该行为模式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为训练场景：规格在界面中、交付物是代码、对错需运行后视觉核验；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667500" cy="16383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515" y="2095500"/>
            <a:ext cx="5008868" cy="12001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33337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52850"/>
            <a:ext cx="6667500" cy="180975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rw_fig5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178" y="3810000"/>
            <a:ext cx="4347542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5775" y="521970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个分布外（OOD）基准：两种初始化均一致提升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7100" y="20383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10450" y="20383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任务构造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GitHub 开源 GUI 应用 · 5 平台 · 与评测集去重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77100" y="24574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10450" y="24574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Qwen3.8-Max 并发执行"探索—实现—运行—核验"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77100" y="28765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10450" y="28765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行为 verifier 拒绝采样，共 3.5 万条轨迹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7100" y="32956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10450" y="32956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SFT Qwen3.7-Plus 与 CPT 后的 Qwen-Flash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7100" y="413385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· 5 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405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4050" y="413385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最强模型全部通过的比例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7710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499110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分布外基准最大提升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405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35.7→48.2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4050" y="499110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结论：可验证环境中习得的混合行为模式可迁移至分布外任务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研究三推广到真实世界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研究三（一）：职业化个人智能体（Professional Personal Agent）（待完成）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现有个人智能体的"个人化"主要体现在记忆与对话人设，任务多在云端通用环境中执行；缺少个人电脑环境、职业业务知识与专业软件技能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71650"/>
            <a:ext cx="6667500" cy="3695700"/>
          </a:xfrm>
          <a:prstGeom prst="roundRect">
            <a:avLst>
              <a:gd name="adj" fmla="val 20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a_overview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15" y="1828800"/>
            <a:ext cx="6395869" cy="32575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5775" y="51244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77100" y="17716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29500" y="18859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5750" y="19050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在用户自己的电脑环境中工作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5750" y="21907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本地文件、已登录的应用与历史记录均为任务上下文，云端通用沙箱无法复现这些状态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7100" y="30289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29500" y="31432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750" y="31623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具备职业业务世界知识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5750" y="34480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账务规则、合同条款与判例、定价与库存策略等，决定任务的正确性标准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77100" y="4286250"/>
            <a:ext cx="44577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29500" y="4400550"/>
            <a:ext cx="53340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5750" y="4419600"/>
            <a:ext cx="3771900" cy="212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掌握职业专业软件的使用能力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5750" y="4705350"/>
            <a:ext cx="371475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ERP、合同审阅、EDA、设计工具等长程操作，需要 CLI 与 GUI 按需交织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三者兼备，方能成为面向不同职业的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数字员工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；研究三把可扩展的评测与训练框架推广到职业化个人环境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Agent，初步构想）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方法：物理落地的验证与因果修复（Physics-Grounded Verification + Causal Repair）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核心消融：One-shot / 执行反馈 / 视觉反馈 / 物理状态反馈 / Ours；指标：反事实通过率 · 修复成功率 · 回归率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rst_guipru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96" y="1504950"/>
            <a:ext cx="1516206" cy="1962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1500" y="35623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4375" y="3571875"/>
            <a:ext cx="9715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投稿 KDD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857625"/>
            <a:ext cx="7048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422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rst_st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035" y="1504950"/>
            <a:ext cx="1387378" cy="19621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38525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71875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857625"/>
            <a:ext cx="4857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52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irst_weaveb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1060" y="1504950"/>
            <a:ext cx="1387378" cy="196215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305550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38900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5550" y="3857625"/>
            <a:ext cx="84772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555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827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irst_recre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085" y="1504950"/>
            <a:ext cx="1387378" cy="196215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172575" y="35623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15450" y="35718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2575" y="3857625"/>
            <a:ext cx="10953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257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400550"/>
            <a:ext cx="11277600" cy="1104900"/>
          </a:xfrm>
          <a:prstGeom prst="roundRect">
            <a:avLst>
              <a:gd name="adj" fmla="val 10344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8650" y="45720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000" y="45720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4895850"/>
            <a:ext cx="1099185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研究一、二的评测环境与训练数据已应用于模型优化，参与 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研发，深入接触前沿基础模型在计算机操作与长程智能体任务中的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关键痛点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；本课题的研究问题源于一线训练与评测需求，所构建的评测、环境与数据可直接服务于基础模型后训练。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预期创新点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综合数字智能体范式与轨迹感知的可信评测</a:t>
            </a:r>
          </a:p>
        </p:txBody>
      </p:sp>
      <p:pic>
        <p:nvPicPr>
          <p:cNvPr id="8" name="Picture 7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602505"/>
            <a:ext cx="3390900" cy="1348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65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形式化 CLI 与 GUI 交织的混合能力范式；只收录能力缺一不可的长程任务，以轨迹审计替代仅依据结果的判分，揭示自主编排与自我验证瓶颈。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5770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以复刻为 oracle 的可扩展可验证训练</a:t>
            </a:r>
          </a:p>
        </p:txBody>
      </p:sp>
      <p:pic>
        <p:nvPicPr>
          <p:cNvPr id="13" name="Picture 12" descr="rw_fig2_recre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550" y="2870361"/>
            <a:ext cx="3390900" cy="8124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5770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任意开源应用即可转化为"环境 + 隐藏行为测试"，为混合行为提供可验证奖励；验证习得行为可迁移至分布外任务。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53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67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7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pic>
        <p:nvPicPr>
          <p:cNvPr id="18" name="Picture 17" descr="phys_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328428"/>
            <a:ext cx="3390900" cy="189634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8675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构建职业化个人电脑环境与真实数据驱动的任务流水线；以反事实干预检验生成内容的物理机制，并以因果修复闭环提升可靠性。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11668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会计 / 法律 / 电商 / 医疗 / 设计 / 芯片等职业调研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Mock：基于复刻能力仿真业务系统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脱敏真实数据驱动状态与事件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任务生成 → 轨迹 → 状态优先 verifier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拒绝采样 SFT + 可验证奖励 RL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物理世界智能体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反事实干预基准（RQ1–RQ3）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物理落地的验证与因果修复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核心消融；中期检查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构建覆盖多个职业的个人电脑可验证环境与 SFT / RL 任务流水线，验证其对职业化个人智能体能力的提升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建立物理世界生成的反事实干预基准与因果修复方法，验证其对跨条件物理泛化的提升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形成"评测—训练—应用"的可扩展框架，产出高水平论文并开源基准、环境与代码；完成学位论文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预期成果：研究三形成 1–2 篇高水平论文（职业化个人智能体；物理世界智能体），开源环境、基准与代码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以截图与键鼠为通用接口，可操作任意软件并观测交互反馈；OSWorld 成功率两年内由 12% 升至 80% 以上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63250" y="29527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1163300" y="2266950"/>
            <a:ext cx="342900" cy="1352550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58475" y="2762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58525" y="20764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13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CLI 步数约减半、成功率相当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结论：可验证环境中习得的混合行为模式可迁移至分布外任务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研究三推广到真实世界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Agent，初步构想）——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研究三（二·续）：物理落地的验证与因果修复（Physics-Grounded Verification + Causal Repair）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因果修复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