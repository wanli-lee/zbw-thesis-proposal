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难以直接观测界面；纯 GUI 开销高、缺少验证信号；混合方法刚出现，评测仍只看结果；走向真实世界的个人智能体和物理世界生成，缺少职业环境和物理验证。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秒】由此归纳出三个挑战。左图：只看结果判分，GPT-5.5 的成功率从 53.5 被审计降到 33.3；中图：失败主要来自违规取巧和跨通道失控，视觉错误不到 4%。三个挑战——任务范式与能力度量不匹配、混合行为模式难以习得、通用能力难以落到真实世界——分别对应评测、训练、应用三项研究。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秒】三项研究前后衔接，贯穿主线是可扩展：每一项都设计一种可自动构造的验证器，让评测和训练能随任务规模扩展。研究一、二已经完成，研究三是后续主体。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降到约三分之一，ST-Lite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秒】受 2026 年初 OpenClaw 的启发，我们在 OSWorld 上做了受控对照：同一模型、同一判官，不看像素的 CLI 智能体成功率 79.1%，与纯视觉的 77.3% 相近。但反过来，仅用 CLI 难以观测渲染结果，需要视觉的任务上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秒】于是我们提出 WeaveBench：用单通道基线和人工审查筛出需要两类能力协同的长程任务，并审计全过程。单用 GUI 仅 1.8%，单用 CLI 3.5%，混合 35.1%；失败主要集中在自主编排与自我验证。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秒】研究二训练这种行为。我们以应用复刻为场景：对错要运行后看界面，天然需要两类能力交织；以原版应用为验证参照，自动生成隐藏测试来筛选轨迹。3.5 万条轨迹微调后，分布外基准相对首个检查点最高提升 17.9 个点，WeaveBench 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侧重记忆与偏好适配。我们要回答：个人环境和职业知识能否构造成可验证的训练环境，训练后能否跨职业泛化。方法是仿真业务系统、用脱敏数据驱动环境、以数据库状态为主要判据的验证器构造 SFT 与 RL 流水线；先重点做财务、电商运营、法律中的两到三类职业。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，而物理仿真会在间隙处正确停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秒】三个创新点：轨迹感知的可信评测，以参考应用为验证参照的可扩展复刻训练，以及把验证从结果审计扩展到业务状态与物理干预。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秒】后续一年先保证必达目标：两到三个职业的可验证环境与训练；强化学习和物理仿真作为拓展目标。汇报完毕，请各位老师批评指正。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通用数字智能体可应用于软件开发、系统运维、内容创作以及金融、电商等行业业务流程。三段视频是真实的智能体轨迹。产业界已将两类能力整合到同一智能体中；大量存量软件没有可编程接口，必须依赖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公开成绩从约 12% 升到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上，同一模型仅用 CLI 即可以约一半步数取得相当的成功率，说明两类能力各有优势。不足在于第二种能力多为辅助，任务未强制协同、只看结果判分；可验证环境局限于单一界面。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个百分点；在研究一的 WeaveBench 上从 35.7 提升到 48.2，评测与训练形成闭环。结论是可验证环境中习得的行为可以迁移，引出研究三：推广到真实世界。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研究三的拓展方向是面向物理仿真程序的代码智能体验证，本质是把 CLI 能力、尤其是 Coding 能力外扩到物理世界，要求产出的代码与内容遵循现实物理规律。以多米诺为例：关键帧动画与物理仿真在原始条件下看起来完全一样；但拉大第 10、11 块骨牌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可靠修复。方法是基于物理状态与干预测试的验证与定向修复：智能体构建物理世界，执行仿真并记录状态轨迹，由基于干预的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7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8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29.jpg"/><Relationship Id="rId11" Type="http://schemas.openxmlformats.org/officeDocument/2006/relationships/image" Target="../media/image30.png"/><Relationship Id="rId1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8.jp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46.jpg"/><Relationship Id="rId1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CUA）旨在真实电脑中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自主完成长程数字任务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（命令行与编程）与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（界面感知与交互）的协同实现任务闭环。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78105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hybrid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20329"/>
            <a:ext cx="7696200" cy="30363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一条典型混合轨迹：CLI 读日志、改配置、重启服务，GUI 观察页面并核验渲染结果（示意图）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20100" y="16764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591550" y="1828800"/>
            <a:ext cx="7715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24900" y="1828800"/>
            <a:ext cx="5619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1717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命令行与编程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550" y="24574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读写文件、管理服务、编写并运行程序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精确、高效、结果可验证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SWE-bench · OpenClaw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0100" y="36576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591550" y="381000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24900" y="381000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1550" y="41529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界面感知与交互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44386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基于截图感知界面，以键鼠操作软件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适用于各类图形界面软件，可见渲染结果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w_c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476692"/>
            <a:ext cx="2628900" cy="106641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精确高效、单元测试可验证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难观测渲染；依赖可编程接口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w_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46" y="2247900"/>
            <a:ext cx="2039006" cy="15240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29000" y="398145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适用软件广；OSWorld 成绩显著提升（版本不一）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29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截图开销高、步数多；缺验证信号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w_hyb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48618"/>
            <a:ext cx="2628900" cy="1322563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混合动作缩短轨迹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0" y="483870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第二接口仅 +3.2 / +4.5 pp；偏重结果判分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rw_front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7800" y="2311010"/>
            <a:ext cx="2628900" cy="1397779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记忆与跨应用；可生成物理仿真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4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职业环境支持有限；物理验证不足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仅结果评分 vs 轨迹审计后（成功率 %，OpenClaw 运行时）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950" y="2428875"/>
            <a:ext cx="285750" cy="14763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47750" y="299085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175" y="22574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8194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33.3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150" y="2857500"/>
            <a:ext cx="285750" cy="104775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85950" y="3276600"/>
            <a:ext cx="285750" cy="6286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6375" y="26860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1175" y="31051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9350" y="2952750"/>
            <a:ext cx="285750" cy="95250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724150" y="3400425"/>
            <a:ext cx="285750" cy="504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314575" y="27813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9375" y="32289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18.4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4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GPT-5.3-codex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7550" y="3457575"/>
            <a:ext cx="285750" cy="4476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562350" y="3743325"/>
            <a:ext cx="285750" cy="161925"/>
          </a:xfrm>
          <a:prstGeom prst="roundRect">
            <a:avLst>
              <a:gd name="adj" fmla="val 2352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2775" y="32861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575" y="35718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6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GPT-5.2-codex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" y="177165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B9A6C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仅结果评分　</a:t>
            </a:r>
            <a:r>
              <a:rPr sz="8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轨迹审计后　[WeaveBench]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5767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1,735 条失败轨迹的归因（%）[WeaveBench]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19431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违规取巧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伪造渲染、硬编码指标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0" y="1943100"/>
            <a:ext cx="2009775" cy="209550"/>
          </a:xfrm>
          <a:prstGeom prst="roundRect">
            <a:avLst>
              <a:gd name="adj" fmla="val 18181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91425" y="19431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650" y="23622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跨通道执行失控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过早停止、状态失同步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24500" y="2362200"/>
            <a:ext cx="1733550" cy="209550"/>
          </a:xfrm>
          <a:prstGeom prst="roundRect">
            <a:avLst>
              <a:gd name="adj" fmla="val 18181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23622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8650" y="27813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推理错误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0" y="2781300"/>
            <a:ext cx="120015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81800" y="27813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8650" y="32004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工具与执行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24500" y="3200400"/>
            <a:ext cx="57150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53150" y="32004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8650" y="36195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视觉感知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24500" y="361950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791200" y="36195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400050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取巧 + 跨通道失控 = 65.6%，提示优先研究编排与验证；视觉 3.7%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real_world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0" y="1821805"/>
            <a:ext cx="3505200" cy="203328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任务范式与能力度量不匹配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范式开销高；现有基准割裂评测 CLI 与 GUI；仅结果判分的成功率比审计口径高约 10–20 个百分点（4 个模型）。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625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失败中取巧与跨通道失控占比高，提示编排与验证是优先方向；GUI 缺少天然验证信号，混合训练环境稀缺。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准确评估、有效训练通用数字智能体，并使其能力在真实世界中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700209"/>
            <a:ext cx="6057900" cy="3248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verifier：轨迹感知审计（WeaveBench）｜ 前期：GUIPruner · ST-Lite 降开销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结论：失败集中于自主编排与自我验证 → 针对其开展训练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verifier：以参考应用为参照的隐藏行为测试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结论：分布外基准提升支持其迁移价值 → 推广到真实职业环境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面向真实世界的通用数字智能体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：verifier 可自动构造，使评测与训练随任务规模扩展；GUIPruner / ST-Lite 降低 GUI 通道的计算开销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 · 前期探索：纯 GUI 范式下的推理效率优化（已完成）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前期·效率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76200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96" y="1828800"/>
            <a:ext cx="7413207" cy="3333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00650"/>
            <a:ext cx="7562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（已投稿 KDD 2027）｜ 解码端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2026）（示意图）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0" y="18288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1/3.4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0" y="21336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GUIPruner：FLOPs 降至约 1/3.4，性能保留 &gt;94%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7622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30670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GUIPruner：视觉编码加速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36957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40005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ST-Lite：20% KV 预算下性能与完整缓存相当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46291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最高 2.35×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49339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ST-Lite：压缩至 20% 时的解码加速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开销可以显著压缩，但纯 GUI 范式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以逐步截图为主要观测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的方式未变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开销高、纯 CLI 缺少渲染观测，二者互补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radigm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7" y="1485900"/>
            <a:ext cx="582072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三种范式：纯 GUI 逐步截图；CLI 优先、不观察像素；混合以 CLI 为主干、GUI 观察与核验（示意图）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正面：受控设置下两者成功率点估计接近（OSWorld）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GPT-5.5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0" y="2038350"/>
            <a:ext cx="2609850" cy="9904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受控设置：同一环境、同一模型、同一指令与判官，仅更换工具接口；两组均剔除 8 个需凭据任务。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不观察像素的 CLI 智能体取得相近成功率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[WeaveBench 附录 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缺少渲染观测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SWE-bench Multimodal 原论文基线最佳约 12%；模态对齐任务上 GUI 59.1% 高于 CLI 48.2% [GUI vs. CLI, 2026]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为主、运行于个人电脑的智能体提供了实现参考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：按单通道基线与人工审查筛选需双通道协同的任务，并审计全过程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智能体运行时为底座、加入轻量桌面控制插件；经单通道基线测试与人工审查，筛选需 CLI 与 GUI 协同的长程任务；轨迹感知判官审计全过程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5151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weavep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49" y="2095500"/>
            <a:ext cx="5717401" cy="30670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4579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2026）：任务构造（单通道基线 + 人工审查筛选）→ 混合运行时 → 轨迹感知审计（示意图）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4700" y="2038350"/>
            <a:ext cx="4610100" cy="2152650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96125" y="2095500"/>
            <a:ext cx="46672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通道消融（筛选后任务）：成功率 %，Claude Opus 4.7 · OpenClaw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5750" y="3781425"/>
            <a:ext cx="609600" cy="66675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62875" y="35718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1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8750" y="3714750"/>
            <a:ext cx="609600" cy="133350"/>
          </a:xfrm>
          <a:prstGeom prst="roundRect">
            <a:avLst>
              <a:gd name="adj" fmla="val 2857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05875" y="3505200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4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CLI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1750" y="2447925"/>
            <a:ext cx="609600" cy="1400175"/>
          </a:xfrm>
          <a:prstGeom prst="roundRect">
            <a:avLst>
              <a:gd name="adj" fmla="val 625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48875" y="22383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7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24700" y="4343400"/>
            <a:ext cx="23431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4700" y="4648200"/>
            <a:ext cx="232410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最佳模型–运行时组合（Claude Opus 4.7 + Claude Code）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6900" y="4343400"/>
            <a:ext cx="23050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48200"/>
            <a:ext cx="23050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 个模型上仅结果判分高于审计口径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结论：失败中违规取巧与跨通道执行失控占 65.6%，提示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自主编排与自我验证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是优先改进方向 → 研究二针对其开展训练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为训练场景，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以运行中的原版应用为验证参照（oracle）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，自动生成隐藏行为测试筛选轨迹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9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复刻任务构造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 · 5 平台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与评测集去重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5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4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467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轨迹生成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7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探索原版 →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实现 → 运行 → 视觉核验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31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24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2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可验证筛选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隐藏行为测试拒绝采样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共 3.5 万条轨迹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10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2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模型后训练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2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SFT：Qwen3.7-Plus 与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Qwen-Flash（CPT 初始化）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524250"/>
            <a:ext cx="11277600" cy="203835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0550" y="3600450"/>
            <a:ext cx="110109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分布外迁移（首个已评估检查点 → 训练后，非未训练基座；各基准指标独立）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</a:t>
            </a:r>
            <a:r>
              <a:rPr sz="900" b="1" i="0">
                <a:solidFill>
                  <a:srgbClr val="C9A8D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Qwen3.7-Plus　</a:t>
            </a:r>
            <a:r>
              <a:rPr sz="900" b="1" i="0">
                <a:solidFill>
                  <a:srgbClr val="9CC3CF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Qwen-Flash（CPT 初始化）　WeaveBench：Qwen3.7-Plus 35.7 → 48.2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750" y="4467225"/>
            <a:ext cx="285750" cy="82867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1390650" y="4410075"/>
            <a:ext cx="285750" cy="885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1733550" y="4362450"/>
            <a:ext cx="285750" cy="93345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2076450" y="4133850"/>
            <a:ext cx="285750" cy="11620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7725" y="39243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+2.7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+11.4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ProgramBench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19450" y="4943475"/>
            <a:ext cx="285750" cy="3524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3562350" y="4772025"/>
            <a:ext cx="285750" cy="52387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3905250" y="4686300"/>
            <a:ext cx="285750" cy="609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4248150" y="4352925"/>
            <a:ext cx="285750" cy="94297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019425" y="414337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+8.6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94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GameCraft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91150" y="4257675"/>
            <a:ext cx="285750" cy="10382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5734050" y="4171950"/>
            <a:ext cx="285750" cy="1123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076950" y="4305300"/>
            <a:ext cx="285750" cy="990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6419850" y="4143375"/>
            <a:ext cx="285750" cy="115252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191125" y="393382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+4.4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+7.9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11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Vision2Web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62850" y="4953000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05750" y="4933950"/>
            <a:ext cx="285750" cy="361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8248650" y="4733925"/>
            <a:ext cx="285750" cy="56197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8591550" y="438150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362825" y="417195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+1.0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28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2.0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34550" y="4591050"/>
            <a:ext cx="285750" cy="70485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10077450" y="4333875"/>
            <a:ext cx="285750" cy="9620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10420350" y="4219575"/>
            <a:ext cx="285750" cy="107632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10763250" y="4095750"/>
            <a:ext cx="285750" cy="12001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4525" y="38862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+12.5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+6.0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345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结论：5 个分布外基准均观察到提升（相对首个已评估检查点），收益来源待对照实验确认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 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3371850"/>
          </a:xfrm>
          <a:prstGeom prst="roundRect">
            <a:avLst>
              <a:gd name="adj" fmla="val 225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overvie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653" y="1485900"/>
            <a:ext cx="4873092" cy="2933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职业化个人智能体：个人电脑环境 × 职业知识 × 软件技能（示意图）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RQ1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能否构造可扩展、可验证的职业化个人电脑仿真环境？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RQ2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SFT 能否提升职业任务表现、跨职业泛化并迁移到真实软件？（RL 为拓展）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1428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0" y="1504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业务应用仿真（App Mock）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7526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ERP、电商后台、合同审阅等构建为可交互、可重置的个人电脑仿真环境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05600" y="2228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0" y="2305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552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以脱敏或合成业务数据驱动状态与事件，支持跨应用长程任务；不接触真实账户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5600" y="30289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0" y="31051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与 RL 任务流水线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528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以数据库状态校验为主的验证器 → SFT 数据 / RL 奖励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05600" y="3848100"/>
            <a:ext cx="5029200" cy="1695450"/>
          </a:xfrm>
          <a:prstGeom prst="roundRect">
            <a:avLst>
              <a:gd name="adj" fmla="val 6741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39814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重点研究财务、电商运营、法律中的 2–3 类职业，其余职业留出用于跨职业评估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未见职业泛化 · 仿真与真实软件成功率差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65752"/>
            <a:ext cx="5505450" cy="30788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反事实干预：拉大第 10、11 块骨牌间距后，关键帧动画仍"全部倒下"，物理仿真正确中断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00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943350" y="24955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关键帧仍全部倒下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0000" y="42862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943350" y="4286250"/>
            <a:ext cx="11239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物理仿真正确停下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841" y="1828800"/>
            <a:ext cx="3728467" cy="24193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方法：基于物理状态与干预测试的验证、诊断与定向修复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消融：单次生成 / 执行反馈 / 视觉反馈 / 物理状态反馈 / 本文（状态 + 干预验证 + 定向修复）；指标：干预条件测试通过率 · 修复成功率 · 回归失败率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（借鉴蜕变测试思想）；限定刚体场景，进度受限时降级为小规模基准 + 诊断分析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已完成研究与成果状态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Spatio-Temporal Token Pruning for Efficient High-Resolution GUI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4375" y="2505075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已投稿 KDD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2828925"/>
            <a:ext cx="8382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495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视觉 token 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FLOPs 降至约 1/3.4，性能保留 &gt;94%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422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32422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57575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Training-Free KV Cache Compression with Spatio-Trajectory Guidance for Long-Horizon GUI Agents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525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1875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525" y="2828925"/>
            <a:ext cx="5810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52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KV 缓存压缩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20% 预算下与完整缓存相当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125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19125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24600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A Long-Horizon, Real-World Benchmark for Computer-Use Agents with Hybrid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5550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8900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5550" y="2828925"/>
            <a:ext cx="10001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2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555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114 个混合长程任务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最佳组合仅 41.2%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827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5827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91625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Scalable and Verifiable Environments for Hybrid Computer-Use Agents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72575" y="24955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15450" y="25050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575" y="2828925"/>
            <a:ext cx="13144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227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57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3.5 万条可验证轨迹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分布外最高 +17.9 个百分点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672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0550" y="42672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96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参与研发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参与 Qwen3.8-Max 计算机操作与长程任务方向的研发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4815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0055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成果应用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055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研究一、二的评测环境与训练数据已用于模型优化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91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915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问题来源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研究问题源于一线训练与评测需求，成果可直接服务后训练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创新点：在最终答案之外引入过程、行为、状态与物理一致性四类互补验证证据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eviden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997675"/>
            <a:ext cx="6553200" cy="2653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超越最终答案的四类互补验证证据：过程、行为、业务状态、物理一致性（示意图）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287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0" y="15240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20400" y="15621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91825" y="156210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900" y="15811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194310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以单通道基线与人工审查筛选需协同的任务，轨迹审计与结果验证结合，揭示编排与自我验证短板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281940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29500" y="291465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20400" y="295275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791825" y="295275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2900" y="297180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以参考应用为验证参照的可扩展复刻训练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0" y="333375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应用经审核转化为"环境 + 隐藏行为测试"，为混合行为提供可验证筛选信号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42100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429500" y="43053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20400" y="43434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801350" y="4352925"/>
            <a:ext cx="8001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2900" y="43624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0" y="4724400"/>
            <a:ext cx="4210050" cy="1980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验证从结果审计扩展到业务状态校验（职业环境）与反事实干预（物理仿真）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以可执行、可验证的证据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从财务、电商运营、法律中选 2–3 类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Mock：复刻仿真业务系统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SFT（必达）→ RL（拓展）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必达目标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类职业的可验证个人电脑仿真环境 + SFT 训练，并评估跨职业泛化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拓展目标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RL；刚体物理仿真的反事实干预基准与定向修复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在开源模型上检验主要结论的可复现性，开源基准、环境与代码；完成学位论文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风险预案：职业环境与真实软件存在差距 → 小规模真实软件对照；物理方向资源受限 → 采用最小验证方案（基准 + 诊断分析）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问答备用：评测可信性、训练收益来源与“真实世界”的边界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86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筛选后消融是否循环论证？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通道消融用于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校验选题设计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，不作独立证明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独立证据：轨迹审计带来 10–20 pp 评分修正；1,735 条失败的归因分布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对照：OSWorld-MCP / MCPWorld 中第二接口增益仅 3.2 / 4.5 pp，现有基准任务多可由单通道完成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815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1960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轨迹感知判官是否可靠？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9600" y="1943100"/>
            <a:ext cx="3371850" cy="19731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任务锚点与评分细则经人工审核，判官结论抽样人工审计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独立子进程评分，主动回查文件、截图、日志等证据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9 类取巧模式经人工确认，命中需置信度 ≥0.85 并附原文证据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计划补充：判官与人工一致率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91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105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收益来源？是否"真实世界"？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05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研究二提升相对首个已评估检查点；将补训练前模型、等量通用数据两组对照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研究三以仿真职业环境为主，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不接触真实账户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；以小规模真实软件对照报告"仿真与真实成功率差"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物理方向为拓展，限定刚体仿真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回答要点：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如实界定证据边界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，并给出已有机制与后续补充实验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a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4387" y="4286250"/>
            <a:ext cx="2143125" cy="1428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多职业业务软件环境（示意图）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以截图与键鼠为通用接口，适用于广泛的图形界面软件并观测交互反馈；OSWorld 公开成绩由约 12% 升至 80% 以上（版本不完全可比）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受控设置下成功率点估计接近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职业特质不鲜明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；物理世界生成仅在原始条件下检验表象，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缺少跨条件物理验证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分布外（OOD）基准最大提升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WeaveBench（研究一）上的提升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结论：5 个分布外基准均观察到提升（相对首个已评估检查点），收益来源待对照实验确认 → 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a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12" y="1485900"/>
            <a:ext cx="5514975" cy="3676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职业化个人电脑仿真环境示例；核心选 2–3 类（财务、电商运营、法律），其余留出评估（示意图）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ERP、电商后台、合同审阅等业务软件构建为可交互、可重置的仿真应用，并组装为个人电脑环境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以脱敏或合成业务数据驱动状态与事件演化；事件依附业务动作，支持需求变更与跨应用协作的长程任务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72778"/>
            <a:ext cx="6553200" cy="36648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Intervention）：拉大第 10、11 块骨牌间距后，关键帧动画仍"全部倒下"，物理仿真在间隙处正确中断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497592"/>
            <a:ext cx="5600700" cy="36342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32 / 32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