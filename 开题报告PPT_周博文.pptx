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开销高、缺少验证信号；混合方法刚出现，评测多偏重结果判分；走向真实世界的个人智能体和物理世界生成，缺少职业环境和物理验证。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上，同一模型CLI 成功率点估计与纯视觉接近（步数口径不同，不作直接效率比较），说明两类能力各有优势。不足在于第二种能力多为辅助，任务未强制协同、只看结果判分；可验证环境局限于单一界面。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48.2，评测与训练形成闭环。结论是相对首个已评估检查点观察到提升，净贡献与迁移机制待对照确认，引出研究三：推广到真实世界。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