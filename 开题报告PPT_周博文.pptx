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21805"/>
            <a:ext cx="3505200" cy="203328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10109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训练后，非未训练基座；各基准指标独立）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结论：5 个分布外基准均观察到提升（相对首个已评估检查点），收益来源待对照实验确认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00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43350" y="24955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0" y="42862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43350" y="42862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viden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97675"/>
            <a:ext cx="6553200" cy="2653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训练，并评估跨职业泛化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结论：5 个分布外基准均观察到提升（相对首个已评估检查点），收益来源待对照实验确认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职业化个人电脑仿真环境示例；核心选 2–3 类（财务、电商运营、法律），其余留出评估（示意图）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