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降低 3.4 倍，ST-Lite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秒】于是我们提出 WeaveBench：只收录仅用任一通道都无法完成的长程任务，用轨迹感知判官审计全过程。最佳组合仅 41.2%；只看结果会比审计口径高 10 到 20 个点；失败主要集中在自主编排与自我验证。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研究三的第二个方向是物理世界智能体，本质是把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3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34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35.jpg"/><Relationship Id="rId11" Type="http://schemas.openxmlformats.org/officeDocument/2006/relationships/image" Target="../media/image36.png"/><Relationship Id="rId1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4.jp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52.jpg"/><Relationship Id="rId1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2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动作精确高效，状态可直接读取；单元测试提供验证信号，强化学习已较成熟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524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难以直接观测渲染结果；主要覆盖具备命令行或 API 的软件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9950" y="396240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 + 键鼠为通用接口，适用软件范围广；OSWorld 公开成绩由约 12% 升至 80% 以上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099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截图累积致开销高、步数多；通用压缩未利用 GUI 结构；缺少低成本验证信号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67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混合动作空间缩短轨迹；以参考应用为验证参照构建可验证环境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674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第二种接口增益仅 3–5 个百分点，多依据结果判分；可验证环境局限于单一界面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249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个人智能体具备记忆与跨应用执行；代码智能体已能生成物理仿真与机器人程序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24950" y="481965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多在云端通用环境执行，对职业环境支持有限；主要评估原始条件下的生成结果，跨条件物理验证不足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 → 编排与自我验证不足；视觉不足 4%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88063"/>
            <a:ext cx="3505200" cy="19007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失败主要源于自主编排与自我验证不足，而非视觉感知；GUI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33281"/>
            <a:ext cx="6057900" cy="31818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：verifier 可自动构造，使评测与训练随任务规模扩展；GUIPruner / ST-Lite 降低 GUI 通道的计算开销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gp_fig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668" y="1828800"/>
            <a:ext cx="4567662" cy="27051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（投稿 KDD 2027）：视觉 token 压缩 —— 时间自适应分辨率 + 结构感知剪枝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st_fig4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847" y="1828800"/>
            <a:ext cx="5163305" cy="27051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0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2026）：KV Cache 压缩 —— 轨迹门控 + 组件显著性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3.4×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FLOPs 降低，性能保持 &gt;94%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视觉编码加速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KV 缓存预算即与完整缓存持平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1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压缩至 20% 时的解码加速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正面：纯 GUI 开销高 —— OSWorld 受控对照 [WeaveBench 附录 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792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：只收录仅用任一通道无法完成的任务，并审计全过程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智能体运行时为底座、加入轻量桌面控制插件；只收录仅用任一通道无法完成的长程任务；轨迹感知判官审计全过程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25" y="2095500"/>
            <a:ext cx="5931448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2026）：任务构造（仅用任一通道无法完成）→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通道消融：同一设置下成功率（%）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最佳模型–运行时组合（OSWorld 成绩仅作背景参考）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结论：失败中违规取巧与长程失控占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为训练场景：对错需运行后视觉核验；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，自动生成隐藏行为测试，经审核用于轨迹筛选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667500" cy="16383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515" y="2095500"/>
            <a:ext cx="5008868" cy="12001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33337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52850"/>
            <a:ext cx="6667500" cy="180975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90550" y="3810000"/>
            <a:ext cx="64579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分布外迁移（首个检查点 → 训练后；各基准指标独立）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Qwen-Flash-CPT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" y="4543425"/>
            <a:ext cx="190500" cy="752475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71550" y="4495800"/>
            <a:ext cx="190500" cy="8001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200150" y="4457700"/>
            <a:ext cx="190500" cy="838200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428750" y="4248150"/>
            <a:ext cx="190500" cy="104775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61975" y="4057650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97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9300" y="4972050"/>
            <a:ext cx="190500" cy="323850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2247900" y="4819650"/>
            <a:ext cx="190500" cy="47625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2476500" y="4743450"/>
            <a:ext cx="190500" cy="552450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2705100" y="4438650"/>
            <a:ext cx="190500" cy="85725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838325" y="4248150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3832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5650" y="4352925"/>
            <a:ext cx="190500" cy="942975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524250" y="4276725"/>
            <a:ext cx="190500" cy="1019175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752850" y="4400550"/>
            <a:ext cx="190500" cy="895350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3981450" y="4257675"/>
            <a:ext cx="190500" cy="1038225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114675" y="4067175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1467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0" y="4981575"/>
            <a:ext cx="190500" cy="314325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4800600" y="4972050"/>
            <a:ext cx="190500" cy="32385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5029200" y="4791075"/>
            <a:ext cx="190500" cy="504825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5257800" y="4467225"/>
            <a:ext cx="190500" cy="828675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91025" y="4276725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102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48350" y="4657725"/>
            <a:ext cx="190500" cy="638175"/>
          </a:xfrm>
          <a:prstGeom prst="roundRect">
            <a:avLst>
              <a:gd name="adj" fmla="val 2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076950" y="4429125"/>
            <a:ext cx="190500" cy="866775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6305550" y="4324350"/>
            <a:ext cx="190500" cy="971550"/>
          </a:xfrm>
          <a:prstGeom prst="roundRect">
            <a:avLst>
              <a:gd name="adj" fmla="val 20000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6534150" y="4210050"/>
            <a:ext cx="190500" cy="108585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667375" y="4019550"/>
            <a:ext cx="12763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8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8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7375" y="5334000"/>
            <a:ext cx="12763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0550" y="5295900"/>
            <a:ext cx="64008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90550" y="5295900"/>
            <a:ext cx="64008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277100" y="20383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410450" y="20383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任务构造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GitHub 开源 GUI 应用 · 5 平台 · 与评测集去重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77100" y="24574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410450" y="24574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Qwen3.8-Max 并发执行"探索—实现—运行—核验"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77100" y="28765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410450" y="28765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行为 verifier 拒绝采样，共 3.5 万条轨迹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77100" y="32956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410450" y="32956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SFT Qwen3.7-Plus 与 CPT 后的 Qwen-Flash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7710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77100" y="413385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· 5 平台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4405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58.1% / 2.8%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4133850"/>
            <a:ext cx="222885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最强模型：测试平均得分 / 通过全部程序化测试的任务占比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7710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最高 +17.9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77100" y="499110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分布外基准提升（个百分点）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405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35.7→48.2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44050" y="4991100"/>
            <a:ext cx="222885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Qwen3.7-Plus · WeaveBench（研究一）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结论：复刻数据训练在 5 个分布外基准上均带来提升，支持其迁移价值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研究三（一）：职业化个人智能体（Professional Personal Agent）——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dots、Muse、Manus 等产品侧重记忆与偏好适配，多在云端通用环境执行；对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个人电脑环境、职业业务知识与专业软件技能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的支持仍有限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71650"/>
            <a:ext cx="60960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a_overview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813" y="1828800"/>
            <a:ext cx="5086773" cy="2590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① 个人环境与职业知识能否构造为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可扩展、可验证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的训练环境？　② 在其上训练能否提升职业任务表现并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跨职业泛化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17716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18478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0955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2571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2647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956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 / 合成业务数据驱动状态与事件，支持跨应用长程任务；不接触真实用户账户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3371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3448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695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4171950"/>
            <a:ext cx="5029200" cy="1371600"/>
          </a:xfrm>
          <a:prstGeom prst="roundRect">
            <a:avLst>
              <a:gd name="adj" fmla="val 8333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42481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head_guipru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29720"/>
            <a:ext cx="2514600" cy="100775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1500" y="2876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4375" y="2886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171825"/>
            <a:ext cx="74295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650" y="3171825"/>
            <a:ext cx="9144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3486150"/>
            <a:ext cx="2476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↓3.4×，性能保持 &gt;94%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head_st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0425" y="1583017"/>
            <a:ext cx="2514600" cy="11011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438525" y="2876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71875" y="2876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525" y="3171825"/>
            <a:ext cx="51435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9075" y="3171825"/>
            <a:ext cx="9144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3486150"/>
            <a:ext cx="2476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预算持平完整缓存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head_weaveb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1583017"/>
            <a:ext cx="2514600" cy="1101164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305550" y="2876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8900" y="2876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5550" y="3171825"/>
            <a:ext cx="89535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7100" y="3171825"/>
            <a:ext cx="9144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5550" y="3486150"/>
            <a:ext cx="2476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head_recre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4475" y="1583017"/>
            <a:ext cx="2514600" cy="1101164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172575" y="2876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15450" y="2886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2575" y="3171825"/>
            <a:ext cx="116205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0825" y="3171825"/>
            <a:ext cx="914400" cy="190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2575" y="3486150"/>
            <a:ext cx="2476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pp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创新点：验证器从结果表象推进到状态与机制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09" y="1485900"/>
            <a:ext cx="6454280" cy="3676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验证器演进：从结果判分到过程、行为、状态与机制（示意图）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以"仅用任一通道无法完成"为选题标准，轨迹审计与结果验证结合，揭示编排与自我验证短板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核心职业：财务、电商运营、法律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Mock：基于复刻能力仿真业务系统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拒绝采样 SFT（必达）→ 可验证奖励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训练，并评估跨职业泛化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风险预案：职业环境与真实软件存在差距 → 小规模真实软件对照；物理方向资源受限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63250" y="2952750"/>
            <a:ext cx="342900" cy="666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1163300" y="2266950"/>
            <a:ext cx="342900" cy="1352550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58475" y="2762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58525" y="20764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13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两类接口成功率相近（步数口径不同）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结论：复刻数据训练在 5 个分布外基准上均带来提升，支持其迁移价值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多职业个人电脑环境：会计 · 律师 · 设计师 · 电商运营 · 医生 · 芯片工程师（示意图）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ERP、合同审阅、电商后台、病历系统等业务软件构建为可交互、可重置的仿真应用，并组装为个人电脑环境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以脱敏真实业务数据驱动状态与事件演化；事件依附业务动作，支持需求变更与跨应用协作的长程任务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Agent，初步构想）——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31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