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开销高、缺少验证信号；混合方法刚出现，评测多偏重结果判分；走向真实世界的个人智能体和物理世界生成，缺少职业环境和物理验证。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秒】三项研究前后衔接，贯穿主线是可扩展：候选任务与验证器自动生成、经审查后使用，让评测和训练能随任务规模扩展。研究一、二已经完成，研究三是后续主体。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分，WeaveBench 平均部分得分从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研究三的第二部分是物理仿真程序验证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秒】后续一年依次完成两到三个职业的可验证环境、先拒绝采样 SFT 再强化学习的两阶段训练，以及物理仿真程序验证。汇报完毕，请各位老师批评指正。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上，同一模型CLI 成功率点估计与纯视觉接近（步数口径不同，不作直接效率比较），说明两类能力各有优势。不足在于第二种能力多为辅助，任务未强制协同、只看结果判分；可验证环境局限于单一界面。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分（OSWorld 2.0 部分得分）；WeaveBench 平均部分得分从 35.7 提升到 48.2（与 PassRate 不可比）。结论是相对首个已评估检查点观察到提升，净贡献与迁移机制待对照确认，引出研究三：推广到真实世界。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研究三的第二部分是面向物理仿真程序的代码智能体验证，本质是把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中间两块骨牌的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18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7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3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wb_fig1_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373056"/>
            <a:ext cx="7696200" cy="21309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 运维任务中的混合轨迹：CLI 压测、改 nginx 配置并重载，GUI 观察仪表盘并核验 [WeaveBench]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ef_t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563963"/>
            <a:ext cx="2628900" cy="8918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f_oswor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2255671"/>
            <a:ext cx="2628900" cy="15084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f_co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577067"/>
            <a:ext cx="2628900" cy="865665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7812" y="2247900"/>
            <a:ext cx="2428875" cy="15240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tk_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2094329"/>
            <a:ext cx="3505200" cy="148824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tk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24262"/>
            <a:ext cx="6057900" cy="3199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职业化个人环境 · 物理仿真程序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37719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12607"/>
            <a:ext cx="3657600" cy="21661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37147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：时空 token 剪枝 · KDD 2027 在投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5300" y="1771650"/>
            <a:ext cx="37719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450" y="2537551"/>
            <a:ext cx="3657600" cy="19162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3875" y="5200650"/>
            <a:ext cx="37147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：KV 缓存压缩 · EMNLP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g_paradig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056572"/>
            <a:ext cx="5981700" cy="253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左：指令闭环范式，界面从未被观察；右：视觉在环范式，渲染结果进入决策闭环 [WeaveBench]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356576"/>
            <a:ext cx="6400800" cy="254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· EMNLP 2026：任务构造与单通道基线筛选 → 混合运行时 → 轨迹感知审计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09918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 Overall（平均部分得分，与 41.2% 的 PassRate 不可比）：Qwen3.7-Plus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k_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82891"/>
            <a:ext cx="5981700" cy="25397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职业化个人智能体：三个条件与多职业可验证环境扩展流水线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“先拒绝采样 SFT、后 RL”的两阶段训练能否提升职业任务表现、跨职业泛化并迁移到真实软件？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k_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82031"/>
            <a:ext cx="5505450" cy="2046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反事实干预：拉大中间两块骨牌的间距后，关键帧动画仍"全部倒下"，物理仿真正确中断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tk_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602" y="1828800"/>
            <a:ext cx="4570945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（借鉴蜕变测试思想）；限定刚体场景，由小规模基准逐步扩展干预类型与场景规模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tk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101041"/>
            <a:ext cx="6553200" cy="24463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 习得行为模式 → 可验证奖励 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物理仿真程序验证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职业化个人智能体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类职业的可验证个人电脑仿真环境；先拒绝采样 SFT 习得行为模式、再以可验证奖励 RL 优化，评估跨职业泛化与小规模真实软件迁移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物理仿真程序验证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：刚体场景的反事实干预基准、错误诊断与定向修复方法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以真实软件迁移评测量化；RL 开销与稳定性 → 以 SFT 模型为初始策略、按任务长度由短到长设计课程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物理仿真方向限定刚体场景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 · Godot 游戏 · 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 · RabbitMQ · 5×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 · Inkscape · 5×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tk_p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50" y="4418269"/>
            <a:ext cx="2743200" cy="11647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职业化个人电脑环境与 Env Scaling 流水线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 · 5×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对职业环境支持有限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；物理世界生成的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跨条件泛化、诊断与回归联合验证仍不充分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迁移到代码、视觉代码与混合计算机操作 5 个分布外基准：两种初始化均一致提升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分布外基准提升（OSWorld 2.0 部分得分）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 Overall（平均部分得分，非 PassRate）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2019300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oodtruck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981" y="1485900"/>
            <a:ext cx="2808436" cy="15811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31051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参考应用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4250"/>
            <a:ext cx="6096000" cy="2019300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oodtruck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981" y="3581400"/>
            <a:ext cx="2808436" cy="1581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智能体复刻版：职业业务系统仿真以此复刻能力为基础 [RecreationWorld]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 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k_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287310"/>
            <a:ext cx="6553200" cy="24357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56260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反事实干预：拉大中间两块骨牌的间距后，关键帧动画仍全部倒下，物理仿真在间隙处正确中断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k_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32506"/>
            <a:ext cx="5600700" cy="29643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